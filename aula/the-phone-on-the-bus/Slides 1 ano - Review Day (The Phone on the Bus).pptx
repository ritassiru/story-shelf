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oral, 3 ou 4 palpites. Não confirme nem negue nenhum: é o suspense que faz a turma querer ler. Aceite respostas em português e devolva em inglês: 'I think the box has money' / 'I think B is a thief'.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Link: https://ritassiru.github.io/story-shelf/#the-phone-on-the-bus (abre direto este livro na Story Shelf; público, GitHub Pages).
ANTES DA AULA: abra o link no seu celular e teste este QR code.
Sem internet: baixe o index.html do repositório (github.com/ritassiru/story-shelf), abra no computador e projete. Leia cada capítulo em voz alta, a turma responde o caderno de detetive em coro e vota nas escolhas com as mãos. No final, cada aluno escreve as 5 frases no caderno a partir da lista de acontecimentos da tela.
As 5 frases do reconto valem o visto do dia. Tempo: 25 minutos, incluindo os 2 minutos do slide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este slide só depois que todos terminarem a leitura: os nomes dos finais contam parte da história. Conte as mãos de cada final. Pergunta extra, se sobrar tempo: 'Why did you get that ending?' ('Because Lia posted the messages...').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exemplo de um dos 16 caminhos (entregar ao motorista, procurar o Rafa, ir à rodoviária, ir ao cinema). Cada dupla terá a própria história. O jogo só libera 'ler de novo' depois que as 5 frases passam na checagem.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7772400" cy="4023360"/>
          </a:xfrm>
          <a:prstGeom prst="roundRect">
            <a:avLst>
              <a:gd name="adj" fmla="val 1591"/>
            </a:avLst>
          </a:prstGeom>
          <a:solidFill>
            <a:srgbClr val="2B1721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Day · Encontro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ON THE BUS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graded reader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past  ·  question words  ·  sequence words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IFAL Campus Viçosa  ·  Prof. Ritaciro Cavalcante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Hello! I am Ritaciro!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Espero que esta apresentação lhe ajude no entendimento da matéria!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HOJE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conteúdos do bimestre numa aula só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801368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reading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801368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and choose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5603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01368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12648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reading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cover. What do you think?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BEFORE READING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 found a phone on the bus...</a:t>
            </a:r>
            <a:endParaRPr lang="en-US" sz="3000" dirty="0"/>
          </a:p>
        </p:txBody>
      </p:sp>
      <p:pic>
        <p:nvPicPr>
          <p:cNvPr id="4" name="Image 0" descr="/mnt/user-data/outputs/Ingles-EM-Bimestre/1-ano-storytelling/assets/scene-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4754880" cy="1938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246120"/>
            <a:ext cx="4754880" cy="1005840"/>
          </a:xfrm>
          <a:prstGeom prst="roundRect">
            <a:avLst>
              <a:gd name="adj" fmla="val 6364"/>
            </a:avLst>
          </a:prstGeom>
          <a:solidFill>
            <a:srgbClr val="E3EEF3"/>
          </a:solidFill>
          <a:ln w="15875">
            <a:solidFill>
              <a:srgbClr val="9FC3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31927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Don't forget the key! Saturday, 6 p.m., at the old cinema. Nobody can know about the box. — B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532120" y="1188720"/>
            <a:ext cx="3063240" cy="868680"/>
          </a:xfrm>
          <a:prstGeom prst="roundRect">
            <a:avLst>
              <a:gd name="adj" fmla="val 7368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box?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1500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 na caixa?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2120" y="2212848"/>
            <a:ext cx="3063240" cy="868680"/>
          </a:xfrm>
          <a:prstGeom prst="roundRect">
            <a:avLst>
              <a:gd name="adj" fmla="val 7368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B?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715000" y="2688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B?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32120" y="3236976"/>
            <a:ext cx="3063240" cy="868680"/>
          </a:xfrm>
          <a:prstGeom prst="roundRect">
            <a:avLst>
              <a:gd name="adj" fmla="val 7368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3284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next?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71500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depois?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32120" y="4315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with: I think...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LEMBRAR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will need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words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5087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5087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Suddenly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0756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75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60320" y="20756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075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Finally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20756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ECE2D0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075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60320" y="31089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31089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3108960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6758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560320" y="36758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How?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0" y="36758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83680" y="3675888"/>
            <a:ext cx="1874520" cy="457200"/>
          </a:xfrm>
          <a:prstGeom prst="roundRect">
            <a:avLst>
              <a:gd name="adj" fmla="val 14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old?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and choose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on your phone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READ AND CHOOSE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 what Lia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duplas: escaneiem o QR code e abram o livro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918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pic>
        <p:nvPicPr>
          <p:cNvPr id="6" name="Image 0" descr="/mnt/user-data/outputs/Ingles-EM-Bimestre/1-ano-storytelling/assets/qr-phone-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83464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69080" y="1371600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527048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14447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chapter. It's in the past!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69080" y="2212848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2368296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228600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detective notebook: Who? Why? Whose?...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069080" y="3054096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3209544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754880" y="31272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Lia does. There are 6 endings!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3895344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06240" y="4050792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54880" y="396849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in 5 sentences, with sequence words. Copy them in your notebook.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ritassiru.github.io/story-shelf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DEPOIS DE LER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ending did you get?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mão quando o seu final aparecer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E8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Surprise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E8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27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🕰️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Too Late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27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Idea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08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Newspaper Photo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04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990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832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Lost Key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036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04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990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📵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264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Sharing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can you find all 6 endings at home?  ·  Desafio: descubra os 6 finais em casa!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PENSAR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it right?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conversa rápida em português, se sobrar tempo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143000"/>
          </a:xfrm>
          <a:prstGeom prst="roundRect">
            <a:avLst>
              <a:gd name="adj" fmla="val 5600"/>
            </a:avLst>
          </a:prstGeom>
          <a:solidFill>
            <a:srgbClr val="6D2E46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Lia leu mensagens do celular de outra pessoa. Em alguns caminhos, postou a foto delas na internet. Isso foi certo?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as notificações na tela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diferente de abrir o celular?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788920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Postar pedindo ajuda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ou atrapalha o dono?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788920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faria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achasse um celular no ônibus?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SEU CADERNO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your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frases no passado, com pelo menos 3 sequence words diferentes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2331720"/>
          </a:xfrm>
          <a:prstGeom prst="roundRect">
            <a:avLst>
              <a:gd name="adj" fmla="val 2745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</a:t>
            </a:r>
            <a:pPr indent="0" marL="0">
              <a:buNone/>
            </a:pPr>
            <a:r>
              <a:rPr lang="en-US" sz="16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Lia found a phone on the bus.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93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pPr indent="0" marL="0">
              <a:buNone/>
            </a:pPr>
            <a:r>
              <a:rPr lang="en-US" sz="16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 gave the phone to the driver.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</a:t>
            </a:r>
            <a:pPr indent="0" marL="0">
              <a:buNone/>
            </a:pPr>
            <a:r>
              <a:rPr lang="en-US" sz="16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 looked for Rafa.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</a:t>
            </a:r>
            <a:pPr indent="0" marL="0">
              <a:buNone/>
            </a:pPr>
            <a:r>
              <a:rPr lang="en-US" sz="16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 met Rafa at the bus station.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1912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</a:t>
            </a:r>
            <a:pPr indent="0" marL="0">
              <a:buNone/>
            </a:pPr>
            <a:r>
              <a:rPr lang="en-US" sz="16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Lia watched the film with the family.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as suas 5 frases no caderno: elas valem o visto de hoje.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A a D da revisão · não vale nota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Dúvidas, pode chamar no grupo.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2026-09-28T22:49:06Z</dcterms:created>
  <dcterms:modified xsi:type="dcterms:W3CDTF">2026-09-28T22:49:06Z</dcterms:modified>
</cp:coreProperties>
</file>